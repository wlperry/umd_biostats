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-0.900
2   113 I3    arctic grayling       290    185  -0.531
3   113 I3    arctic grayling       262    145  -0.961
4   113 I3    arctic grayling       275    160  -0.761
5   113 I3    arctic grayling       240    105  -1.30 
6   113 I3    arctic grayling       265    145  -0.915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64.3 %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gray_i3_df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320mm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(320 - 265.61)/28.3 = 1.92</a:t>
                </a:r>
              </a:p>
              <a:p>
                <a:pPr lvl="0" indent="0" marL="0">
                  <a:buNone/>
                </a:pPr>
                <a:r>
                  <a:rPr/>
                  <a:t>or .9726 in table or 97.3%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100 - 97.3 = 2.7% or 2.7% of fish are expected to be longer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 Mean        SE
1          10 302.000 26.607330
2          30 319.200 12.082989
3         100 323.328  6.478149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 - sample s (standard deviation) 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 - 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Toolik Lake differs from 50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  <a:r>
              <a:rPr/>
              <a:t> - p &lt; 0.05: Strong evidence against H₀ - 0.05 ≤ p &lt; 0.10: Moderate evidence against H₀ 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  <a:r>
              <a:rPr/>
              <a:t> - p-value is NOT the probability that H₀ is true - p-value is NOT the probability that results occurred by chance 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2025-08-28T21:50:31Z</dcterms:created>
  <dcterms:modified xsi:type="dcterms:W3CDTF">2025-08-28T21:50:31Z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