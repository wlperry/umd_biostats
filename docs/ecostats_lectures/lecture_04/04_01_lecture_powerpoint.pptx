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1.22</a:t>
                </a:r>
              </a:p>
              <a:p>
                <a:pPr lvl="0" indent="0" marL="0">
                  <a:buNone/>
                </a:pPr>
                <a:r>
                  <a:rPr/>
                  <a:t>or 0.8888 in table or 88.9%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100 - 88.9 = 11.27% or 11.2% of fish are expected to be longer</a:t>
                </a:r>
              </a:p>
              <a:p>
                <a:pPr lvl="0" indent="0" marL="0">
                  <a:buNone/>
                </a:pPr>
                <a:r>
                  <a:rPr/>
                  <a:t>So do you think you can catch something larger than 300 mm?</a:t>
                </a:r>
              </a:p>
              <a:p>
                <a:pPr lvl="0" indent="0" marL="0">
                  <a:buNone/>
                </a:pPr>
                <a:r>
                  <a:rPr/>
                  <a:t>At what point do you think its not likely?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 b="1"/>
                  <a:t>SEM is used to construct confidence intervals</a:t>
                </a:r>
              </a:p>
              <a:p>
                <a:pPr lvl="0"/>
                <a:r>
                  <a:rPr b="1"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Mean      SE
1           3 278.33 16.6096
2          30 321.07 12.0926
3          60 311.78  8.3944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</a:t>
                </a:r>
              </a:p>
              <a:p>
                <a:pPr lvl="0"/>
                <a:r>
                  <a:rPr/>
                  <a:t>- sample s (standard deviation)</a:t>
                </a:r>
              </a:p>
              <a:p>
                <a:pPr lvl="0"/>
                <a:r>
                  <a:rPr/>
                  <a:t>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</a:t>
                </a:r>
              </a:p>
              <a:p>
                <a:pPr lvl="0"/>
                <a:r>
                  <a:rPr/>
                  <a:t>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- p &lt; 0.05: Strong evidence against H₀</a:t>
            </a:r>
          </a:p>
          <a:p>
            <a:pPr lvl="0"/>
            <a:r>
              <a:rPr/>
              <a:t>- 0.05 ≤ p &lt; 0.10: Moderate evidence against H₀</a:t>
            </a:r>
          </a:p>
          <a:p>
            <a:pPr lvl="0"/>
            <a:r>
              <a:rPr/>
              <a:t>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- p-value is NOT the probability that H₀ is true</a:t>
            </a:r>
          </a:p>
          <a:p>
            <a:pPr lvl="0"/>
            <a:r>
              <a:rPr/>
              <a:t>- p-value is NOT the probability that results occurred by chance</a:t>
            </a:r>
          </a:p>
          <a:p>
            <a:pPr lvl="0"/>
            <a:r>
              <a:rPr/>
              <a:t>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2025-09-09T16:39:47Z</dcterms:created>
  <dcterms:modified xsi:type="dcterms:W3CDTF">2025-09-09T16:39:47Z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