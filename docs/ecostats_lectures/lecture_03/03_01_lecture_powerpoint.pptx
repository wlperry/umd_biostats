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`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histogram?- see activity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
 Standard deviation of length: 65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 indent="0" marL="0">
              <a:buNone/>
            </a:pPr>
            <a:r>
              <a:rPr/>
              <a:t>- note the similarity to the p &lt; 0.5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Standard deviation (s) describes the variability in the individual data points</a:t>
            </a:r>
          </a:p>
          <a:p>
            <a:pPr lvl="0"/>
            <a:r>
              <a:rPr/>
              <a:t>Standard error (SE) describes the variability in the sample mean itself</a:t>
            </a:r>
          </a:p>
          <a:p>
            <a:pPr lvl="0"/>
            <a:r>
              <a:rPr/>
              <a:t>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2025-08-28T21:51:08Z</dcterms:created>
  <dcterms:modified xsi:type="dcterms:W3CDTF">2025-08-28T21:51:08Z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