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`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histogram?- see activity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 of length: 65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fish: 66 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length: 265.61 mm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28.3 mm</a:t>
            </a:r>
          </a:p>
          <a:p>
            <a:pPr lvl="0" indent="0">
              <a:buNone/>
            </a:pPr>
            <a:r>
              <a:rPr>
                <a:latin typeface="Courier"/>
              </a:rPr>
              <a:t>Range for ±2 SD: 209 to 322.21 mm</a:t>
            </a:r>
          </a:p>
          <a:p>
            <a:pPr lvl="0" indent="0">
              <a:buNone/>
            </a:pPr>
            <a:r>
              <a:rPr>
                <a:latin typeface="Courier"/>
              </a:rPr>
              <a:t>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41678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cv_length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10.65630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14.43444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02253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</p:txBody>
      </p:sp>
      <p:pic>
        <p:nvPicPr>
          <p:cNvPr descr="images/clipboard-30862845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71700"/>
            <a:ext cx="27813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603994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610364"/>
                <a:gridCol w="610364"/>
                <a:gridCol w="990719"/>
              </a:tblGrid>
              <a:tr h="39044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ratio_iqr_sd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4987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122711"/>
                <a:gridCol w="618072"/>
              </a:tblGrid>
              <a:tr h="3635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Percentile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9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25th (Q1)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50th (Median)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324.5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75th (Q3)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0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408.6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 na.rm=TRUE: 351.2289 g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54876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1021688"/>
                <a:gridCol w="1130419"/>
                <a:gridCol w="819778"/>
                <a:gridCol w="889696"/>
              </a:tblGrid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n_missing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150.5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483.7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sample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</a:t>
            </a:r>
          </a:p>
          <a:p>
            <a:pPr lvl="0" indent="0">
              <a:buNone/>
            </a:pPr>
            <a:r>
              <a:rPr>
                <a:latin typeface="Courier"/>
              </a:rPr>
              <a:t>   sample_number sample_mean
1              1    269.9333
2              2    260.6000
3              3    255.2000
4              4    263.4000
5              5    275.3333
6              6    279.2667
7              7    263.7333
8              8    273.6000
9              9    264.8000
10            10    269.8667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267.5733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7.346063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 - s is the sample standard deviation - 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 - How much uncertainty is in our estimate - How much sample means are expected to vary - 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Standard deviation (s) describes the variability in the individual data points - Standard error (SE) describes the variability in the sample mean itself - 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- The narrower the sampling distribution</a:t>
            </a:r>
          </a:p>
          <a:p>
            <a:pPr lvl="0"/>
            <a:r>
              <a:rPr/>
              <a:t>- The smaller the standard error</a:t>
            </a:r>
          </a:p>
          <a:p>
            <a:pPr lvl="0"/>
            <a:r>
              <a:rPr/>
              <a:t>- The more precise our estimate of the population mean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  sample_size empirical_se theoretical_se
1           5    12.349407      12.657835
2          10     8.178270       8.950441
3          20     5.558957       6.328918
4          30     3.792177       5.167540
5          50     2.099744       4.002759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 - The interval extends 2 standard errors below and above the sample mean - About 95% of such intervals constructed from different samples would contain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Confidence intervals provide a way to express the precision of our estimates.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2025-08-28T19:49:14Z</dcterms:created>
  <dcterms:modified xsi:type="dcterms:W3CDTF">2025-08-28T19:49:14Z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