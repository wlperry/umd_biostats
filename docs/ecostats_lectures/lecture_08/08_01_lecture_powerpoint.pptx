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wind/sun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(sun,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32      24
2        66      98
3        92      25
4        62      14
5        61      34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2025-09-24T16:18:15Z</dcterms:created>
  <dcterms:modified xsi:type="dcterms:W3CDTF">2025-09-24T16:18:15Z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