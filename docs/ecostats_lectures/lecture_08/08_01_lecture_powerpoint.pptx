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sample size needed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pilot data, we have these estimates: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exposed_mean &lt;- </a:t>
            </a:r>
            <a:r>
              <a:rPr>
                <a:solidFill>
                  <a:srgbClr val="AD0000"/>
                </a:solidFill>
                <a:latin typeface="Courier"/>
              </a:rPr>
              <a:t>75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sheltered_mean &lt;- </a:t>
            </a:r>
            <a:r>
              <a:rPr>
                <a:solidFill>
                  <a:srgbClr val="AD0000"/>
                </a:solidFill>
                <a:latin typeface="Courier"/>
              </a:rPr>
              <a:t>85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&lt;-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Cohen's d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(exposed_mean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sheltered_mean)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2025-10-22T16:58:23Z</dcterms:created>
  <dcterms:modified xsi:type="dcterms:W3CDTF">2025-10-22T16:58:23Z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