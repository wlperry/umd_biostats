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 - What naming conventions did you choose? - How did you organize the data? - How can you verify data formats (numeric vs categorical)? 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2025-08-10T18:13:29Z</dcterms:created>
  <dcterms:modified xsi:type="dcterms:W3CDTF">2025-08-10T18:13:29Z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