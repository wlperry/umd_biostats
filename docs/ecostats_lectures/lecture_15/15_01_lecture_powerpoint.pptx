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 755.6   1  6.6320   0.01128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 3486.3   1 30.5999 2.017e-07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0.0810   0.98805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0.0933   0.98441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2234.9   1  20.233 1.605e-05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0.0005253  1    5.91   0.01778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0.0151663  1  170.64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31251   1  63.616 1.045e-12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2025-12-01T17:42:21Z</dcterms:created>
  <dcterms:modified xsi:type="dcterms:W3CDTF">2025-12-01T17:42:21Z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