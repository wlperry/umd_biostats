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</a:t>
            </a:r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 :::{.panel column=“screen”}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  <a:p>
            <a:pPr lvl="0" indent="0" marL="0">
              <a:buNone/>
            </a:pPr>
            <a:r>
              <a:rPr/>
              <a:t>:::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 755.6   1  6.6320   0.01128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 3486.3   1 30.5999 2.017e-07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0.0810   0.98805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0.0933   0.98441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2234.9   1  20.233 1.605e-05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Fit model with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urchin_data)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suture_width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  Sum Sq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0.0005253  1    5.91   0.01778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           0.0151663  1  170.64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0.0020070  2   11.29 6.064e-05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volume:treatment 0.0062129  2   34.95 4.453e-11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0.0058662 66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31251   1  63.616 1.045e-12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2025-11-17T19:49:10Z</dcterms:created>
  <dcterms:modified xsi:type="dcterms:W3CDTF">2025-11-17T19:49:10Z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