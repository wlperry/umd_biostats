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endChr m:val=")"/>
                        <m:sep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2025-08-26T17:30:45Z</dcterms:created>
  <dcterms:modified xsi:type="dcterms:W3CDTF">2025-08-26T17:30:45Z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