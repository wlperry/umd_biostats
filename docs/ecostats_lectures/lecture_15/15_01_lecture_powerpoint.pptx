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</a:t>
            </a:r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pic>
        <p:nvPicPr>
          <p:cNvPr descr="15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the ANCOVA Model in R</a:t>
            </a:r>
          </a:p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pic>
        <p:nvPicPr>
          <p:cNvPr descr="1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609600"/>
            <a:ext cx="3911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</p:txBody>
      </p:sp>
      <p:pic>
        <p:nvPicPr>
          <p:cNvPr descr="1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We've already loaded this, but good practice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"data/partridge.csv"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better names for treatments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 females"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virgin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virgin females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inseminated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inseminated females daily"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Create a plot of the data showing relationship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(partridge,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THORAX,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LONGEV,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se=FALSE to see lines clearly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"Relationship between Thorax Length and Longevity"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"Thorax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</a:t>
            </a:r>
          </a:p>
          <a:p>
            <a:pPr lvl="2" indent="-342900" marL="1028700">
              <a:buAutoNum startAt="40" type="romanLcPeriod"/>
            </a:pP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 755.6   1  6.6320   0.01128 *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 3486.3   1 30.5999 2.017e-07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0.0810   0.98805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0.0933   0.98441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2234.9   1  20.233 1.605e-05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5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</p:txBody>
      </p:sp>
      <p:pic>
        <p:nvPicPr>
          <p:cNvPr descr="15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ANCOVA model for partridge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2x2 panel of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(ancova_model)</a:t>
            </a:r>
          </a:p>
        </p:txBody>
      </p:sp>
      <p:pic>
        <p:nvPicPr>
          <p:cNvPr descr="15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31251   1  63.616 1.045e-12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Writing Up ANCOVA Results</a:t>
            </a:r>
          </a:p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</p:txBody>
      </p:sp>
      <p:pic>
        <p:nvPicPr>
          <p:cNvPr descr="15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2025-11-14T18:17:47Z</dcterms:created>
  <dcterms:modified xsi:type="dcterms:W3CDTF">2025-11-14T18:17:47Z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