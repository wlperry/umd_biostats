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Logistic Regression?</a:t>
            </a:r>
          </a:p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Example: Lizard Sexual Maturity</a:t>
            </a:r>
          </a:p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Difference from Linear Regression</a:t>
            </a:r>
          </a:p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lizard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"data/lizards.csv"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(lizards_df)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mature
1   10.2      0
2   10.4      0
3   11.8      0
4   12.3      0
5   13.8      0
6   16.9      0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Boxplot</a:t>
            </a:r>
          </a:p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boxplot showing length by maturity status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maturity_boxplot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(mature),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"lightcoral"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"Lizard Body Length by Sexual Maturity Status"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"Sexual Maturity (0 = Immature, 1 = Mature)"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maturity_boxplot</a:t>
            </a:r>
          </a:p>
        </p:txBody>
      </p:sp>
      <p:pic>
        <p:nvPicPr>
          <p:cNvPr descr="19_01_lecture_powerpoint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see?</a:t>
            </a:r>
          </a:p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glm() for Logistic Regression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logistic regression model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family = binomial tells R we have binary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(mature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binomial)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glm(formula = mature ~ length, family = binomial, data = lizards_df)
Coefficients:
            Estimate Std. Error z value Pr(&gt;|z|)   
(Intercept)  -6.6899     2.1401  -3.126  0.00177 **
length        0.2503     0.0775   3.229  0.00124 **
---
Signif. codes:  0 '***' 0.001 '**' 0.01 '*' 0.05 '.' 0.1 ' ' 1
(Dispersion parameter for binomial family taken to be 1)
    Null deviance: 60.176  on 43  degrees of freedom
Residual deviance: 34.041  on 42  degrees of freedom
AIC: 38.041
Number of Fisher Scoring iterations: 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the Model Output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Making the Results More Interpretable</a:t>
            </a:r>
          </a:p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slope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slope_coefficient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(logistic_model)[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log-odds to odds ratio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 &lt;-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(slope_coefficient)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
1.284388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Interpretation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 every 1 cm increase in length, the odds of being sexually mature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increase by a factor of 1.284 (or about 28.4%)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the Probability Curve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sequence of x-values for prediction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xvals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yvals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prediction dataframe for plotting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prediction_df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probability =</a:t>
            </a:r>
            <a:r>
              <a:rPr>
                <a:solidFill>
                  <a:srgbClr val="003B4F"/>
                </a:solidFill>
                <a:latin typeface="Courier"/>
              </a:rPr>
              <a:t> yvals)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the logistic regression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data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logistic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prediction_df,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probability),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 vs Body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Being Sexually Mature"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logistic_plot</a:t>
            </a:r>
          </a:p>
        </p:txBody>
      </p:sp>
      <p:pic>
        <p:nvPicPr>
          <p:cNvPr descr="19_01_lecture_powerpoint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S-curve tells us:</a:t>
            </a:r>
          </a:p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the Model for Prediction</a:t>
            </a:r>
          </a:p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20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0.1565304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30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0.6939292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40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0.9651551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Interpretation:</a:t>
            </a:r>
          </a:p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Calculating Pseudo-R2 Values</a:t>
            </a:r>
          </a:p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pseudo-R2 values using pscl package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 &lt;- </a:t>
            </a:r>
            <a:r>
              <a:rPr>
                <a:solidFill>
                  <a:srgbClr val="4758AB"/>
                </a:solidFill>
                <a:latin typeface="Courier"/>
              </a:rPr>
              <a:t>pR2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fitting null model for pseudo-r2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pseudo_r2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llh     llhNull          G2    McFadden        r2ML        r2CU 
-17.0204762 -30.0881077  26.1352630   0.4343122   0.4478763   0.6009400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Pseudo-R2 Values</a:t>
            </a:r>
          </a:p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More Detailed Summary Plot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observed vs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predicted_prob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observed data as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predicted_prob),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50% probability threshold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"gray50"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"Observed Data and Model Predictions"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"Points = observed data, Blue line = model predictions"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</a:t>
            </a:r>
          </a:p>
        </p:txBody>
      </p:sp>
      <p:pic>
        <p:nvPicPr>
          <p:cNvPr descr="19_01_lecture_powerpoint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Learned:</a:t>
            </a:r>
          </a:p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Our Results:</a:t>
            </a:r>
          </a:p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to Use Logistic Regression:</a:t>
            </a:r>
          </a:p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2025-10-29T12:53:50Z</dcterms:created>
  <dcterms:modified xsi:type="dcterms:W3CDTF">2025-10-29T12:53:50Z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