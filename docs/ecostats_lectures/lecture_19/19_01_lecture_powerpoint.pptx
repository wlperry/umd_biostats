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19 - Logistic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is Logistic Regression?</a:t>
            </a:r>
          </a:p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Today’s Example: Lizard Sexual Maturity</a:t>
            </a:r>
          </a:p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Difference from Linear Regression</a:t>
            </a:r>
          </a:p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mature
1   10.2      0
2   10.4      0
3   11.8      0
4   12.3      0
5   13.8      0
6   16.9      0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Boxplot</a:t>
            </a:r>
          </a:p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19_01_lecture_powerpoint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do we see?</a:t>
            </a:r>
          </a:p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glm() for Logistic Regression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glm(formula = mature ~ length, family = binomial, data = lizards_df)
Coefficients:
            Estimate Std. Error z value Pr(&gt;|z|)   
(Intercept)  -6.6899     2.1401  -3.126  0.00177 **
length        0.2503     0.0775   3.229  0.00124 **
---
Signif. codes:  0 '***' 0.001 '**' 0.01 '*' 0.05 '.' 0.1 ' ' 1
(Dispersion parameter for binomial family taken to be 1)
    Null deviance: 60.176  on 43  degrees of freedom
Residual deviance: 34.041  on 42  degrees of freedom
AIC: 38.041
Number of Fisher Scoring iterations: 6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the Model Output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Making the Results More Interpretable</a:t>
            </a:r>
          </a:p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</a:p>
          <a:p>
            <a:pPr lvl="0" indent="0">
              <a:buNone/>
            </a:pPr>
            <a:r>
              <a:rPr>
                <a:latin typeface="Courier"/>
              </a:rPr>
              <a:t>  length 
1.284388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Visualizing the Probability Curve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19_01_lecture_powerpoint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the S-curve tells us:</a:t>
            </a:r>
          </a:p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Using the Model for Prediction</a:t>
            </a:r>
          </a:p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0.1565304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0.6939292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1 
0.9651551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Interpretation:</a:t>
            </a:r>
          </a:p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Calculating Pseudo-R2 Values</a:t>
            </a:r>
          </a:p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fitting null model for pseudo-r2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llh     llhNull          G2    McFadden        r2ML        r2CU 
-17.0204762 -30.0881077  26.1352630   0.4343122   0.4478763   0.6009400 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Interpreting Pseudo-R2 Values</a:t>
            </a:r>
          </a:p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Creating a More Detailed Summary Plot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19_01_lecture_powerpoint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244600"/>
            <a:ext cx="52324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We Learned:</a:t>
            </a:r>
          </a:p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Our Results:</a:t>
            </a:r>
          </a:p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When to Use Logistic Regression:</a:t>
            </a:r>
          </a:p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19 - Logistic Regression</dc:title>
  <dc:creator>Bill Perry</dc:creator>
  <cp:keywords/>
  <dcterms:created xsi:type="dcterms:W3CDTF">2025-11-10T15:36:16Z</dcterms:created>
  <dcterms:modified xsi:type="dcterms:W3CDTF">2025-11-10T15:36:16Z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