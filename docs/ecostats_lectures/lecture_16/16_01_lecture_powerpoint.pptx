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
![](images/clipboard-4005369252.png){width="207"}
- **Sites**:
-   TJH: T.J. Howell's Fen
-   DG: Day's Gulch
-   LEH: L.E. Hunter's Fen
-   HD: High Divide
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Y</m:t>
                                </m:r>
                              </m:e>
                            </m:acc>
                          </m:e>
                        </m:d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 &lt;.0001
##  DG - LEH    -0.366 0.542 83  -0.675  0.9064
##  DG - TJH    -1.447 0.542 83  -2.671  0.0442
##  HD - LEH     3.285 0.673 83   4.883  &lt;.0001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 0.02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0.102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0.012 0.006 0.030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2025-11-19T03:04:54Z</dcterms:created>
  <dcterms:modified xsi:type="dcterms:W3CDTF">2025-11-19T03:04:54Z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subtitle">
    <vt:lpwstr>Understanding Multivariate Data with Darlingtonia californica</vt:lpwstr>
  </property>
  <property fmtid="{D5CDD505-2E9C-101B-9397-08002B2CF9AE}" pid="14" name="toc-title">
    <vt:lpwstr>Table of contents</vt:lpwstr>
  </property>
</Properties>
</file>