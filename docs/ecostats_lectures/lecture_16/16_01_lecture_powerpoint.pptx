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Y</m:t>
                                </m:r>
                              </m:e>
                            </m:acc>
                          </m:e>
                        </m:d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j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 &lt;.0001
##  DG - LEH    -0.366 0.542 83  -0.675  0.9064
##  DG - TJH    -1.447 0.542 83  -2.671  0.0442
##  HD - LEH     3.285 0.673 83   4.883  &lt;.0001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acc>
                                          <m:accPr>
                                            <m:chr m:val="‾"/>
                                          </m:accPr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sSub>
                                      <m:e>
                                        <m:acc>
                                          <m:accPr>
                                            <m:chr m:val="‾"/>
                                          </m:accPr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row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darl_pca_data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pca_facto &lt;- </a:t>
            </a:r>
            <a:r>
              <a:rPr>
                <a:solidFill>
                  <a:srgbClr val="4758AB"/>
                </a:solidFill>
                <a:latin typeface="Courier"/>
              </a:rPr>
              <a:t>PCA</a:t>
            </a:r>
            <a:r>
              <a:rPr>
                <a:solidFill>
                  <a:srgbClr val="003B4F"/>
                </a:solidFill>
                <a:latin typeface="Courier"/>
              </a:rPr>
              <a:t>(darl_pca_data,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graph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scale.unit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grouping factor with same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site_groups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with grouping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(pca_facto,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site_groups,  </a:t>
            </a:r>
            <a:r>
              <a:rPr>
                <a:solidFill>
                  <a:srgbClr val="5E5E5E"/>
                </a:solidFill>
                <a:latin typeface="Courier"/>
              </a:rPr>
              <a:t># Use col.ind instead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Individual plot with better options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fviz_pca_ind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geom.ind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PCA plot with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autoplot</a:t>
            </a:r>
            <a:r>
              <a:rPr>
                <a:solidFill>
                  <a:srgbClr val="003B4F"/>
                </a:solidFill>
                <a:latin typeface="Courier"/>
              </a:rPr>
              <a:t>(pca_result,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'site'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loadings.label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Adds ellipses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'norm'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or 't' for confidence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data matrix (samples × variables)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 with vegan (uses SVD, similar to prcomp)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scaling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Calculate distances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everything</a:t>
            </a:r>
            <a:r>
              <a:rPr>
                <a:solidFill>
                  <a:srgbClr val="003B4F"/>
                </a:solidFill>
                <a:latin typeface="Courier"/>
              </a:rPr>
              <a:t>(),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Euclidean distance (many distance metrics available!)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dist_euclidean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dist_bray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Bray-Curtis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dist_manhattan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"manhattan"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nice color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n_sites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colors &lt;- </a:t>
            </a:r>
            <a:r>
              <a:rPr>
                <a:solidFill>
                  <a:srgbClr val="4758AB"/>
                </a:solidFill>
                <a:latin typeface="Courier"/>
              </a:rPr>
              <a:t>brewer.pal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(n_sites,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"Set1"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Use Set1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site_colors &lt;- colors[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(site_factor)]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Ordination plot with sites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site_colors,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ordispider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ordiellipse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legend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habillage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"PERMANOVA: p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Scale the data properly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 </a:t>
            </a:r>
            <a:r>
              <a:rPr>
                <a:solidFill>
                  <a:srgbClr val="5E5E5E"/>
                </a:solidFill>
                <a:latin typeface="Courier"/>
              </a:rPr>
              <a:t># Convert back to data frame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 test for adonis under reduced model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adonis2(formula = darl_scaled ~ site, data = darlingtonia, permutations = 999, method = "euclidean")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3   189.72 0.24512 8.9836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83   584.28 0.75488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86   774.00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Ordination plot with convex hulls (simpler)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ordihull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pt.bg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 this!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p.adjust.m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$parent_call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"darl_scaled ~ site , strata = Null , permutations 999"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$TJH_vs_DG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32.602 0.10636 5.7128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273.930 0.89364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306.532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47.72 0.10517 5.6414  0.004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406.06 0.89483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453.78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69.308 0.25135 11.751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206.432 0.74865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275.740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26.24 0.06493 3.3333   0.02 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377.85 0.93507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404.09 1.00000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131.09 0.42382 25.745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178.22 0.57618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309.31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$LEH_vs_HD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101.69 0.2468 11.468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310.35 0.7532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412.04 1.0000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attr(,"class")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"pwadstrata" "list"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install.packages("RVAideMemoire")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(RVAideMemoire)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Pairwise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pairwise.perm.manova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(darl_scaled,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nperm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Pairwise comparisons using permutation MANOVAs on a distance matrix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data:  vegdist(darl_scaled, method = "euclidean") by darlingtonia$site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999 permutations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DG    HD    LEH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0.006 -    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0.102 0.006 -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0.012 0.006 0.030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2025-12-01T17:44:03Z</dcterms:created>
  <dcterms:modified xsi:type="dcterms:W3CDTF">2025-12-01T17:44:03Z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subtitle">
    <vt:lpwstr>Understanding Multivariate Data with Darlingtonia californica</vt:lpwstr>
  </property>
  <property fmtid="{D5CDD505-2E9C-101B-9397-08002B2CF9AE}" pid="14" name="toc-title">
    <vt:lpwstr>Table of contents</vt:lpwstr>
  </property>
</Properties>
</file>