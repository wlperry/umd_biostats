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 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1.761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fish length again…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  xxx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fish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ion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shady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shady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 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shady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ps_shady_df$length_mm
W = 0.96639, p-value = 0.8683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fish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2025-09-15T16:13:27Z</dcterms:created>
  <dcterms:modified xsi:type="dcterms:W3CDTF">2025-09-15T16:13:27Z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