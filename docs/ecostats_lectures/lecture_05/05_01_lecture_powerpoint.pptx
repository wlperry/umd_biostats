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99731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count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3.483954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5.182334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 or standard deviation</a:t>
            </a:r>
          </a:p>
          <a:p>
            <a:pPr lvl="0"/>
            <a:r>
              <a:rPr/>
              <a:t>estimate it from the samples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t-distribution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(1.96 = 2.5% tails)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276.2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17.22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5.44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265.5 to 286.9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263.9 to 288.5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2.262 * (37.81/(9^0.5)) = 1.650788</a:t>
                </a:r>
              </a:p>
              <a:p>
                <a:pPr lvl="0"/>
                <a:r>
                  <a:rPr/>
                  <a:t>The 95% CI is between 244.3 and 301.3</a:t>
                </a:r>
              </a:p>
              <a:p>
                <a:pPr lvl="0"/>
                <a:r>
                  <a:rPr/>
                  <a:t>“The 95% CI for the population mean from sample A is 272.8 ± 28.5”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240 (The mean fish length in I3 is 240mm)</a:t>
            </a:r>
          </a:p>
          <a:p>
            <a:pPr lvl="0" indent="0" marL="0">
              <a:buNone/>
            </a:pPr>
            <a:r>
              <a:rPr/>
              <a:t>H₁: μ ≠ 240 (The mean fish length in I3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Grayling"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53 35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240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7.3497, df = 65, p-value = 4.17e-10
alternative hypothesis: true mean is not equal to 240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&lt; α == p &lt; 0.05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-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one-sample t-test at α=0.05 showed that the mean pine needle length on the windward side (… mm, SD = …) [was/was not] significantly different from the expected 55 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pine needles…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 Lengths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Position"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pine needles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needles on the lee side longer than the needles on the windy side?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pine needle lengths between windward and leeward sides of trees.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windward and leeward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wind exposure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wind  mean_length sd_length     n se_length
  &lt;chr&gt;       &lt;dbl&gt;     &lt;dbl&gt; &lt;int&gt;     &lt;dbl&gt;
1 lee          20.4      2.45    24     0.500
2 wind         14.9      1.91    24     0.390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-5.5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whit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Pine 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(leeward_data)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Windward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Windward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21 22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windward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shapiro_windward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windward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windward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(shapiro_windward)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windward_data$length_mm
W = 0.96062, p-value = 0.451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Leeward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leeward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leeward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Leeward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4 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Leeward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leeward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shapiro_lee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leeward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leeward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(shapiro_lee)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leeward_data$length_mm
W = 0.95477, p-value = 0.3425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wind  shapiro_stat shapiro_p_value normal_distribution
  &lt;chr&gt;        &lt;dbl&gt;           &lt;dbl&gt; &lt;chr&gt;              
1 lee          0.955           0.343 Normal             
2 wind         0.961           0.451 Normal            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pine needle lengths between windward and leeward sides.</a:t>
            </a:r>
          </a:p>
          <a:p>
            <a:pPr lvl="0" indent="0" marL="0">
              <a:buNone/>
            </a:pPr>
            <a:r>
              <a:rPr/>
              <a:t>Ho: μ₁ = μ₂ (The mean needle lengths are equal)</a:t>
            </a:r>
          </a:p>
          <a:p>
            <a:pPr lvl="0" indent="0" marL="0">
              <a:buNone/>
            </a:pPr>
            <a:r>
              <a:rPr/>
              <a:t>Ha: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wind
t = 8.6792, df = 46, p-value = 3.01e-11
alternative hypothesis: true difference in means between group lee and group wind is not equal to 0
95 percent confidence interval:
 4.224437 6.775563
sample estimates:
 mean in group lee mean in group wind 
          20.41667           14.91667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2025-09-09T15:38:41Z</dcterms:created>
  <dcterms:modified xsi:type="dcterms:W3CDTF">2025-09-09T15:38:41Z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