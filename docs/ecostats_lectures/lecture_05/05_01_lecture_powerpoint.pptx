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6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Statistical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325723926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98700"/>
            <a:ext cx="2781300" cy="118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se_length count
  &lt;chr&gt;       &lt;dbl&gt;     &lt;dbl&gt;     &lt;dbl&gt; &lt;int&gt;
1 I3           266.      28.3      3.48    66
2 I8           363.      52.3      5.18   102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641796945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295400"/>
            <a:ext cx="3403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3480668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295400"/>
            <a:ext cx="3403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272.8 ± 2.262 * (37.81/(10^0.5)) = 27.05</a:t>
                </a:r>
              </a:p>
              <a:p>
                <a:pPr lvl="0"/>
                <a:r>
                  <a:rPr/>
                  <a:t>The 95% CI is between 245.8 and 299.8</a:t>
                </a:r>
              </a:p>
              <a:p>
                <a:pPr lvl="0"/>
                <a:r>
                  <a:rPr/>
                  <a:t>“The 95% CI for the population mean from sample A is 272.8 ± 27.05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 from population with mean = µ?” (1 sample t-test)</a:t>
            </a:r>
          </a:p>
          <a:p>
            <a:pPr lvl="1"/>
            <a:r>
              <a:rPr/>
              <a:t>“What is the probability that two samples came from same population?” (2 sample t-test)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Single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fish length in I3 differs from 240mm.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240 (The mean fish length in I3 is 240mm)</a:t>
            </a:r>
          </a:p>
          <a:p>
            <a:pPr lvl="0" indent="0" marL="0">
              <a:buNone/>
            </a:pPr>
            <a:r>
              <a:rPr/>
              <a:t>H₁: μ ≠ 240 (The mean fish length in I3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just windward side needles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windward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Grayling"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53 35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length_mm))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5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I3 Lake differs from 240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7.3497, df = 65, p-value = 4.17e-10
alternative hypothesis: true mean is not equal to 240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fish length (… mm, SD = …) [was/was not] significantly different from the expected 240 mm, t(…) = …, p = …”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fish length again…</a:t>
            </a:r>
          </a:p>
        </p:txBody>
      </p:sp>
      <p:pic>
        <p:nvPicPr>
          <p:cNvPr descr="images/slimy_sculpin_cottus_cognatu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49500"/>
            <a:ext cx="27813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create a boxplot to visualize the difference in fish lengths between these lakes: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i3_i8_plot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i3_i8_plot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fish populations in these two lakes?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fish lenghts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fish lengths in lake I3 and I8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fish lengths from the two lakes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fish length between the lakes?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(group_summary)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lake  mean_length sd_length     n se_length
  &lt;chr&gt;       &lt;dbl&gt;     &lt;dbl&gt; &lt;int&gt;     &lt;dbl&gt;
1 I3           266.      28.3    66      3.48
2 I8           363.      52.3   102      5.18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Group Differences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comparing the two sides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i3_i8_plot</a:t>
            </a:r>
          </a:p>
        </p:txBody>
      </p:sp>
      <p:pic>
        <p:nvPicPr>
          <p:cNvPr descr="05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"I8"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97.0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stats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Creating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i8_data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"I8"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(i8_data)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118 I8    arctic grayling       345    375
2   118 I8    arctic grayling       376    485
3   118 I8    arctic grayling       417    600
4   118 I8    arctic grayling       369    445
5   118 I8    arctic grayling       419    625
6   118 I8    arctic grayling       365    430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QQ Plot for Windward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(i8_data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I8 fish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79 62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9: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I8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(i8_data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i8_data$length_mm
W = 0.91962, p-value = 1.119e-05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10: QQ Plot for I3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10: Test normality of I3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 can also test the i3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 for leeward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53 35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11: Shapiro-Wilk for i3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11: Test normality of i3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leeward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i3_data$length_mm
W = 0.91051, p-value = 0.0001623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12: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lake  shapiro_stat shapiro_p_value normal_distribution
  &lt;chr&gt;        &lt;dbl&gt;           &lt;dbl&gt; &lt;chr&gt;              
1 I3           0.911       0.000162  Non-normal         
2 I8           0.920       0.0000112 Non-normal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 Df F value    Pr(&gt;F)    
group   1  13.705 0.0002907 ***
      166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fish lengths between i3 and i8.</a:t>
            </a:r>
          </a:p>
          <a:p>
            <a:pPr lvl="0" indent="0" marL="0">
              <a:buNone/>
            </a:pPr>
            <a:r>
              <a:rPr/>
              <a:t>Ho: μ₁ = μ₂ (The fish lengths do not differ)</a:t>
            </a:r>
          </a:p>
          <a:p>
            <a:pPr lvl="0" indent="0" marL="0">
              <a:buNone/>
            </a:pPr>
            <a:r>
              <a:rPr/>
              <a:t>Ha: μ₁ ≠ μ₂ (The mean fish lengths differ - direction is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  <a:p>
            <a:pPr lvl="0" indent="0" marL="0">
              <a:buNone/>
            </a:pPr>
            <a:r>
              <a:rPr b="1"/>
              <a:t>Note the Levenes Test should be NOT SIGNIFICANT - What is the null hypothesis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13.705 0.0002907 ***
      166                      
---
Signif. codes:  0 '***' 0.001 '**' 0.01 '*' 0.05 '.' 0.1 ' ' 1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grayling_summary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se_length count
  &lt;chr&gt;       &lt;dbl&gt;     &lt;dbl&gt;     &lt;dbl&gt; &lt;int&gt;
1 I3           266.      28.3      3.48    66
2 I8           363.      52.3      5.18   102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lake
t = -13.797, df = 166, p-value &lt; 2.2e-16
alternative hypothesis: true difference in means between group I3 and group I8 is not equal to 0
95 percent confidence interval:
 -110.87187  -83.11208
sample estimates:
mean in group I3 mean in group I8 
        265.6061         362.5980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(Welch-Satterthwaite equation)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Visualizing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2025-09-10T18:21:20Z</dcterms:created>
  <dcterms:modified xsi:type="dcterms:W3CDTF">2025-09-10T18:21:20Z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