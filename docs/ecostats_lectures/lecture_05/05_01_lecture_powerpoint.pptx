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sunny pine needle lengths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sunny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I8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shady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i3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shady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shady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7 6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shady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shady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ps_shady_df$length_mm
W = 0.96639, p-value = 0.8683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2025-09-15T21:37:41Z</dcterms:created>
  <dcterms:modified xsi:type="dcterms:W3CDTF">2025-09-15T21:37:41Z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