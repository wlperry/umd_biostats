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all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needle lenght on the two sides?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"Welches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05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2025-10-22T03:04:51Z</dcterms:created>
  <dcterms:modified xsi:type="dcterms:W3CDTF">2025-10-22T03:04:51Z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