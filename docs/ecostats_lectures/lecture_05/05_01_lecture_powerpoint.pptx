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1"/>
            <a:r>
              <a:rPr/>
              <a:t>Z scores and T scores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T-tests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  <a:p>
            <a:pPr lvl="0"/>
            <a:r>
              <a:rPr/>
              <a:t>Assumption tests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8 (df=7), 95% of the observations are between</a:t>
            </a:r>
          </a:p>
          <a:p>
            <a:pPr lvl="0"/>
            <a:r>
              <a:rPr/>
              <a:t>t=-2.365 and t=2.365 (2.5% are outside on each side)</a:t>
            </a:r>
          </a:p>
          <a:p>
            <a:pPr lvl="0"/>
            <a:r>
              <a:rPr/>
              <a:t>One tailed was t= 1.895 (5%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</a:t>
            </a:r>
            <a:br/>
            <a:r>
              <a:rPr/>
              <a:t>from population with mean = µ?” (1 sample t-test)</a:t>
            </a:r>
          </a:p>
          <a:p>
            <a:pPr lvl="1"/>
            <a:r>
              <a:rPr/>
              <a:t>“What is the probability that two samples came from</a:t>
            </a:r>
            <a:br/>
            <a:r>
              <a:rPr/>
              <a:t>the same population?” (2 sample t-test)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one side differs from 15mm.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Test normality of all pine needle lengths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length of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outliers using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boxplot comparing the two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ps_shade_mean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(ps_shade_mean,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05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/>
            <a:r>
              <a:rPr/>
              <a:t>How would you assess this question using what we learned?</a:t>
            </a:r>
          </a:p>
          <a:p>
            <a:pPr lvl="0"/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the t-test results and the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can you conclude about the needle lenght on the two sides?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needle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plot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sunny pine needle lengths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do you make separate dataframes to do this on?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Separate data by groups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(ps_shady_df)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(ps_sunny_df)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there are always two ways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normality using Shapiro-Wilk test for each wind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All in one pipeline using tidyverse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 marL="1270000">
              <a:buNone/>
            </a:pPr>
            <a:r>
              <a:rPr sz="2000" b="1"/>
              <a:t>Note: the Levenes Test should be NOT SIGNIFICANT - What is the null hypothesis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Method 1: Using car package's leveneTest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often preferred as it's more robust to departures from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Welches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"Welches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"Welches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sunny (M = …, SD = …) and shady (M = …, SD = …) sides of pine trees, t(…) = …, p = ….”</a:t>
            </a:r>
          </a:p>
        </p:txBody>
      </p:sp>
      <p:pic>
        <p:nvPicPr>
          <p:cNvPr descr="0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Paired t-test:</a:t>
            </a:r>
          </a:p>
          <a:p>
            <a:pPr lvl="0" indent="0" marL="0">
              <a:buNone/>
            </a:pPr>
            <a:r>
              <a:rPr/>
              <a:t>Compares two measurements from the same subjects or matched pairs Tests whether the mean difference between paired observations equals zero Examples: before/after measurements on the same people, left vs right measurements, matched case-control studies Uses the differences between pairs as the data points Generally more powerful because it controls for individual variation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ps_wide_df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(paired_t_test_result)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ps_plot</a:t>
            </a:r>
          </a:p>
        </p:txBody>
      </p:sp>
      <p:pic>
        <p:nvPicPr>
          <p:cNvPr descr="05_01_lecture_powerpoint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2025-11-12T15:54:21Z</dcterms:created>
  <dcterms:modified xsi:type="dcterms:W3CDTF">2025-11-12T15:54:21Z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