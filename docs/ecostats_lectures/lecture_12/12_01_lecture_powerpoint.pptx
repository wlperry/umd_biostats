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 &lt;.0001
##  Chinstrap - Gentoo  -1369.9 52 198 -26.346  &lt;.0001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 &lt;.0001
##  Chinstrap - Gentoo    -1154 73.5 198 -15.690  &lt;.0001
## 
## sex = male:
##  contrast           estimate   SE  df t.ratio p.value
##  Adelie - Chinstrap      110 73.5 198   1.490  0.2979
##  Adelie - Gentoo       -1476 73.5 198 -20.079  &lt;.0001
##  Chinstrap - Gentoo    -1586 73.5 198 -21.569  &lt;.0001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 &lt;.0001
##  Adelie female - Adelie male           -714 73.5 198  -9.710  &lt;.0001
##  Adelie female - Chinstrap male        -604 73.5 198  -8.220  &lt;.0001
##  Adelie female - Gentoo male          -2190 73.5 198 -29.789  &lt;.0001
##  Chinstrap female - Gentoo female     -1154 73.5 198 -15.690  &lt;.0001
##  Chinstrap female - Adelie male        -521 73.5 198  -7.090  &lt;.0001
##  Chinstrap female - Chinstrap male     -412 73.5 198  -5.600  &lt;.0001
##  Chinstrap female - Gentoo male       -1998 73.5 198 -27.169  &lt;.0001
##  Gentoo female - Adelie male            632 73.5 198   8.600  &lt;.0001
##  Gentoo female - Chinstrap male         742 73.5 198  10.090  &lt;.0001
##  Gentoo female - Gentoo male           -844 73.5 198 -11.480  &lt;.0001
##  Adelie male - Chinstrap male           110 73.5 198   1.490  0.6711
##  Adelie male - Gentoo male            -1476 73.5 198 -20.079  &lt;.0001
##  Chinstrap male - Gentoo male         -1586 73.5 198 -21.569  &lt;.0001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 &lt;.0001
##  Chinstrap - Gentoo  -1349.2 47.0 327 -28.682  &lt;.0001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 &lt;.0001
## 
## species = Chinstrap:
##  contrast      estimate   SE  df t.ratio p.value
##  female - male     -412 75.0 327  -5.487  &lt;.0001
## 
## species = Gentoo:
##  contrast      estimate   SE  df t.ratio p.value
##  female - male     -805 56.7 327 -14.188  &lt;.0001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2025-11-30T03:38:21Z</dcterms:created>
  <dcterms:modified xsi:type="dcterms:W3CDTF">2025-11-30T03:38:21Z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