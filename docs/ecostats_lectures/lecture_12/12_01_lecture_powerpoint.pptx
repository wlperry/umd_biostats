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endChr m:val=")" /><m:sep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endChr m:val=")" /><m:sep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endChr m:val=")" /><m:sep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endChr m:val=")" /><m:sepChr m:val="" /><m:grow /></m:dPr><m:e><m:r><m:t>p</m:t></m:r><m:r><m:rPr><m:sty m:val="p" /></m:rPr><m:t>−</m:t></m:r><m:r><m:t>1</m:t></m:r></m:e></m:d><m:d><m:dPr><m:begChr m:val="(" /><m:endChr m:val=")" /><m:sep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endChr m:val=")" /><m:sepChr m:val="" /><m:grow /></m:dPr><m:e><m:r><m:t>p</m:t></m:r><m:r><m:rPr><m:sty m:val="p" /></m:rPr><m:t>−</m:t></m:r><m:r><m:t>1</m:t></m:r></m:e></m:d><m:d><m:dPr><m:begChr m:val="(" /><m:endChr m:val=")" /><m:sep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endChr m:val=")" /><m:sep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endChr m:val=")" /><m:sep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2025-09-09T20:43:23Z</dcterms:created>
  <dcterms:modified xsi:type="dcterms:W3CDTF">2025-09-09T20:43:23Z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