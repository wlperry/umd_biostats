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nonparticipant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lion_data$proportion_black
W = 0.88895, p-value = 0.003279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lion_data$age_years
W = 0.87615, p-value = 0.001615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lion data from Example 17.1 Lion Noses: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 marL="0">
              <a:buNone/>
            </a:pPr>
            <a:r>
              <a:rPr/>
              <a:t>To understand the amount of variation explained, you can square the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2025-08-26T17:03:47Z</dcterms:created>
  <dcterms:modified xsi:type="dcterms:W3CDTF">2025-08-26T17:03:47Z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