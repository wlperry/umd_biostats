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message: false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warning: false</a:t>
            </a:r>
            <a:br/>
            <a:br/>
            <a:br/>
            <a:r>
              <a:rPr>
                <a:solidFill>
                  <a:srgbClr val="003B4F"/>
                </a:solidFill>
                <a:latin typeface="Courier"/>
              </a:rPr>
              <a:t>p1_lion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(lion_data,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proportion_black))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 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p2_lion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(lion_data,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age_years))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p3_lion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(lion_data,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proportion_black))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 Prop 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p4_lion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(lion_data,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age_years))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 for age"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Combine the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(p1_lion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p2_lion)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(p3_lion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p4_lion)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2025-09-24T16:19:26Z</dcterms:created>
  <dcterms:modified xsi:type="dcterms:W3CDTF">2025-09-24T16:19:26Z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