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message: false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warning: false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paged-print: false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1: Ant species vs Elevation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(ant_df,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elevation,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ant_spp))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"Elevation (m)"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"Ant Species Richness"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2: Ant species vs Latitude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(ant_df,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ant_spp))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"Latitude (degrees)"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"Ant Species Richness"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plots top bottom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 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 is required; 6 parameters=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2025-10-06T15:59:00Z</dcterms:created>
  <dcterms:modified xsi:type="dcterms:W3CDTF">2025-10-06T15:59:00Z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