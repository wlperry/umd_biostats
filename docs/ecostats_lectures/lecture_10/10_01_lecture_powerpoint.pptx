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Cook's distance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2n is required; 6 parameters=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
== Method 2: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errors (SSE):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total (SST):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R²: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2025-10-06T18:47:51Z</dcterms:created>
  <dcterms:modified xsi:type="dcterms:W3CDTF">2025-10-06T18:47:51Z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