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2025-11-07T19:46:38Z</dcterms:created>
  <dcterms:modified xsi:type="dcterms:W3CDTF">2025-11-07T19:46:38Z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visual</vt:lpwstr>
  </property>
  <property fmtid="{D5CDD505-2E9C-101B-9397-08002B2CF9AE}" pid="4" name="execute">
    <vt:lpwstr/>
  </property>
  <property fmtid="{D5CDD505-2E9C-101B-9397-08002B2CF9AE}" pid="5" name="format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