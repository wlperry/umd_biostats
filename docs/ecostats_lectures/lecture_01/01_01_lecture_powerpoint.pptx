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is not available yet ; )</a:t>
            </a:r>
          </a:p>
          <a:p>
            <a:pPr lvl="0"/>
            <a:r>
              <a:rPr/>
              <a:t>Email is wlperry@d.umn.edu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2025-08-10T18:11:14Z</dcterms:created>
  <dcterms:modified xsi:type="dcterms:W3CDTF">2025-08-10T18:11:14Z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