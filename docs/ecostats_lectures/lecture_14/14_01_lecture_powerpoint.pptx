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 ::: {.panel column=“screen”}</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a:p>
            <a:pPr lvl="0" indent="0" marL="0">
              <a:buNone/>
            </a:pP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2025-11-12T15:51:49Z</dcterms:created>
  <dcterms:modified xsi:type="dcterms:W3CDTF">2025-11-12T15:51:49Z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