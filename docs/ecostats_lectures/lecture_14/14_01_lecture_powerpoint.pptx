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0"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a:r>
                  <a:rPr/>
                  <a:t>Fit a standard linear model - model_lm &lt;- lm(Endemics ~ size_category,</a:t>
                </a:r>
                <a:br/>
                <a:r>
                  <a:rPr/>
                  <a:t>data = gala)</a:t>
                </a:r>
              </a:p>
              <a:p>
                <a:pPr lvl="0"/>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r>
                  <a:rPr/>
                  <a:t> (observed - predicted) that you get from a standard </a:t>
                </a:r>
                <a:r>
                  <a:rPr>
                    <a:latin typeface="Courier"/>
                  </a:rPr>
                  <a:t>lm()</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indent="0" marL="0">
              <a:buNone/>
            </a:pPr>
            <a:r>
              <a:rPr/>
              <a:t>Model Type R Code (Example) Interpretation of β₁ GLM (Log-Link) glm(Y ~ X, family = poisson) A 1-unit change in X multiplies the mean of Y by exp(β₁). lm (Log-Response) lm(log(Y) ~ X) A 1-unit change in X multiplies the median of Y by exp(β₁). lm (Log-Log) lm(log(Y) ~ log(X)) 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2025-11-10T19:46:34Z</dcterms:created>
  <dcterms:modified xsi:type="dcterms:W3CDTF">2025-11-10T19:46:34Z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