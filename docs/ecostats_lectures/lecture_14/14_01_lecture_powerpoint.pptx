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endChr m:val=")"/>
                          <m:sep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endChr m:val=")"/>
                          <m:sep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endChr m:val=")"/>
                        <m:sep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endChr m:val=")"/>
                        <m:sep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r>
                        <m:rPr>
                          <m:sty m:val="p"/>
                        </m:rPr>
                        <m:t>log</m:t>
                      </m:r>
                      <m:d>
                        <m:dPr>
                          <m:begChr m:val="("/>
                          <m:endChr m:val=")"/>
                          <m:sepChr m:val=""/>
                          <m:grow/>
                        </m:dPr>
                        <m:e>
                          <m:f>
                            <m:fPr>
                              <m:type m:val="bar"/>
                            </m:fPr>
                            <m:num>
                              <m:r>
                                <m:t>π</m:t>
                              </m:r>
                              <m:d>
                                <m:dPr>
                                  <m:begChr m:val="("/>
                                  <m:endChr m:val=")"/>
                                  <m:sepChr m:val=""/>
                                  <m:grow/>
                                </m:dPr>
                                <m:e>
                                  <m:r>
                                    <m:t>x</m:t>
                                  </m:r>
                                </m:e>
                              </m:d>
                            </m:num>
                            <m:den>
                              <m:r>
                                <m:t>1</m:t>
                              </m:r>
                              <m:r>
                                <m:rPr>
                                  <m:sty m:val="p"/>
                                </m:rPr>
                                <m:t>−</m:t>
                              </m:r>
                              <m:r>
                                <m:t>π</m:t>
                              </m:r>
                              <m:d>
                                <m:dPr>
                                  <m:begChr m:val="("/>
                                  <m:endChr m:val=")"/>
                                  <m:sep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2025-09-09T16:36:22Z</dcterms:created>
  <dcterms:modified xsi:type="dcterms:W3CDTF">2025-09-09T16:36:22Z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