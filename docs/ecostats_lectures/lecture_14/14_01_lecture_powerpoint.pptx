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a:r>
                  <a:rPr/>
                  <a:t>To linearize this relationship, we use the logit link function:</a:t>
                </a:r>
              </a:p>
              <a:p>
                <a:pPr lvl="1"/>
                <a14:m>
                  <m:oMath xmlns:m="http://schemas.openxmlformats.org/officeDocument/2006/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2025-11-14T18:17:20Z</dcterms:created>
  <dcterms:modified xsi:type="dcterms:W3CDTF">2025-11-14T18:17:20Z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