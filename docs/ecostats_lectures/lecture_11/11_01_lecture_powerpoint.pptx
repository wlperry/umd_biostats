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d>
                          <m:dPr>
                            <m:begChr m:val="("/>
                            <m:sepChr m:val=""/>
                            <m:endChr m:val=")"/>
                            <m:grow/>
                          </m:dPr>
                          <m:e>
                            <m:r>
                              <m:t>N</m:t>
                            </m:r>
                            <m:r>
                              <m:rPr>
                                <m:sty m:val="p"/>
                              </m:rPr>
                              <m:t>+</m:t>
                            </m:r>
                            <m:r>
                              <m:t>1</m:t>
                            </m:r>
                          </m:e>
                        </m:d>
                      </m:den>
                    </m:f>
                    <m:nary>
                      <m:naryPr>
                        <m:chr m:val="∑"/>
                        <m:limLoc m:val="undOvr"/>
                        <m:subHide m:val="off"/>
                        <m:supHide m:val="off"/>
                      </m:naryPr>
                      <m:sub>
                        <m:r>
                          <m:t>i</m:t>
                        </m:r>
                        <m:r>
                          <m:rPr>
                            <m:sty m:val="p"/>
                          </m:rPr>
                          <m:t>=</m:t>
                        </m:r>
                        <m:r>
                          <m:t>1</m:t>
                        </m:r>
                      </m:sub>
                      <m:sup>
                        <m:r>
                          <m:t>k</m:t>
                        </m:r>
                      </m:sup>
                      <m:e>
                        <m:sSub>
                          <m:e>
                            <m:r>
                              <m:t>n</m:t>
                            </m:r>
                          </m:e>
                          <m:sub>
                            <m:r>
                              <m:t>i</m:t>
                            </m:r>
                          </m:sub>
                        </m:sSub>
                      </m:e>
                    </m:nary>
                    <m:sSup>
                      <m:e>
                        <m:d>
                          <m:dPr>
                            <m:begChr m:val="("/>
                            <m:sepChr m:val=""/>
                            <m:endChr m:val=")"/>
                            <m:grow/>
                          </m:dPr>
                          <m:e>
                            <m:sSub>
                              <m:e>
                                <m:acc>
                                  <m:accPr>
                                    <m:chr m:val="‾"/>
                                  </m:accPr>
                                  <m:e>
                                    <m:r>
                                      <m:t>R</m:t>
                                    </m:r>
                                  </m:e>
                                </m:acc>
                              </m:e>
                              <m:sub>
                                <m:r>
                                  <m:t>i</m:t>
                                </m:r>
                              </m:sub>
                            </m:sSub>
                            <m:r>
                              <m:rPr>
                                <m:sty m:val="p"/>
                              </m:rPr>
                              <m:t>−</m:t>
                            </m:r>
                            <m:acc>
                              <m:accPr>
                                <m:chr m:val="‾"/>
                              </m:accPr>
                              <m:e>
                                <m:r>
                                  <m:t>R</m:t>
                                </m:r>
                              </m:e>
                            </m:acc>
                          </m:e>
                        </m:d>
                      </m:e>
                      <m:sup>
                        <m:r>
                          <m:t>2</m:t>
                        </m:r>
                      </m:sup>
                    </m:sSup>
                    <m:r>
                      <m:rPr>
                        <m:sty m:val="p"/>
                      </m:rPr>
                      <m:t>−</m:t>
                    </m:r>
                    <m:r>
                      <m:t>3</m:t>
                    </m:r>
                    <m:d>
                      <m:dPr>
                        <m:begChr m:val="("/>
                        <m:sepChr m:val=""/>
                        <m:endChr m:val=")"/>
                        <m:grow/>
                      </m:dPr>
                      <m:e>
                        <m:r>
                          <m:t>N</m:t>
                        </m:r>
                        <m:r>
                          <m:rPr>
                            <m:sty m:val="p"/>
                          </m:rPr>
                          <m:t>+</m:t>
                        </m:r>
                        <m:r>
                          <m:t>1</m:t>
                        </m:r>
                      </m:e>
                    </m:d>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2025-11-08T18:34:43Z</dcterms:created>
  <dcterms:modified xsi:type="dcterms:W3CDTF">2025-11-08T18:34:43Z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