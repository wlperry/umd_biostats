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endChr m:val=")"/>
                                <m:sep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endChr m:val=")"/>
                                    <m:sep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2025-08-10T18:13:10Z</dcterms:created>
  <dcterms:modified xsi:type="dcterms:W3CDTF">2025-08-10T18:13:10Z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