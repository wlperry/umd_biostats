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below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"Null hypothesis is that data is normally distributed"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QQ-plots: tool for assessing normality</a:t>
            </a:r>
          </a:p>
          <a:p>
            <a:pPr lvl="1"/>
            <a:r>
              <a:rPr/>
              <a:t>On x- theoretical quantiles from SND</a:t>
            </a:r>
          </a:p>
          <a:p>
            <a:pPr lvl="1"/>
            <a:r>
              <a:rPr/>
              <a:t>On y- ordered sample values</a:t>
            </a:r>
          </a:p>
          <a:p>
            <a:pPr lvl="1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Statistical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Test Options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High statistical power when assumptions are met - Well understood and widely accepted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Sensitive to violations of normality, equal variance 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Robust to violations of equal variance assumption - Handles unequal sample sizes well - Still parametric (assumes normality)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Slightly less powerful than standard t-test when variances are equal 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Non-parametric: doesn’t assume normal distribution - Robust against outliers - Works with ordinal data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Less statistical power than parametric tests - Still assumes similar distributions and approximate equal variance 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Distribution-free: doesn’t assume a specific distribution - Can be applied to many types of test statistics - Handles small sample sizes well - Directly estimates p-values through resampling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Computationally intensive - Assumes exchangeability under the null hypothesis 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2025-08-28T21:48:34Z</dcterms:created>
  <dcterms:modified xsi:type="dcterms:W3CDTF">2025-08-28T21:48:34Z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