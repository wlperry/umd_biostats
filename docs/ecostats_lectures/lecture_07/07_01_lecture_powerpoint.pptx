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 had accdentally asked you to do mode in HW2 - wiht out telling you how...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here is one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"drop_last"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(count))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count)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mode_mass =</a:t>
            </a:r>
            <a:r>
              <a:rPr>
                <a:solidFill>
                  <a:srgbClr val="003B4F"/>
                </a:solidFill>
                <a:latin typeface="Courier"/>
              </a:rPr>
              <a:t> 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2025-11-09T21:28:32Z</dcterms:created>
  <dcterms:modified xsi:type="dcterms:W3CDTF">2025-11-09T21:28:32Z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